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9"/>
  </p:notesMasterIdLst>
  <p:sldIdLst>
    <p:sldId id="25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28"/>
    <p:restoredTop sz="82740"/>
  </p:normalViewPr>
  <p:slideViewPr>
    <p:cSldViewPr snapToGrid="0">
      <p:cViewPr varScale="1">
        <p:scale>
          <a:sx n="104" d="100"/>
          <a:sy n="104" d="100"/>
        </p:scale>
        <p:origin x="15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189" Type="http://schemas.openxmlformats.org/officeDocument/2006/relationships/notesMaster" Target="notesMasters/notesMaster1.xml"/><Relationship Id="rId190" Type="http://schemas.openxmlformats.org/officeDocument/2006/relationships/presProps" Target="presProps.xml"/><Relationship Id="rId191" Type="http://schemas.openxmlformats.org/officeDocument/2006/relationships/viewProps" Target="viewProps.xml"/><Relationship Id="rId192" Type="http://schemas.openxmlformats.org/officeDocument/2006/relationships/theme" Target="theme/theme1.xml"/><Relationship Id="rId19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BB35BB-6685-5A4E-A3F4-6FA87E3B40B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B17BB6-44EE-3148-8751-692BB5C5F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634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D837D-37E8-F9A3-7A0D-81A4BF302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66733-366C-AAC9-315D-07FD2039E8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3D20C-2909-E794-ABDE-C6C960303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96FA5-7981-104F-B9DD-EF3C7CFCBFD1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ACD6D-9C41-F90C-3FEB-A3B3F3164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EF57B-8190-994B-B197-55B9B11B1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5E71E-C1E4-3E43-B3A6-AABDC6F0C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39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695E0-208B-B754-1EEC-4C2E197F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272"/>
            <a:ext cx="10515600" cy="72989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C1487-A24C-8D6A-2F06-4E691EA5D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169"/>
            <a:ext cx="10515600" cy="527279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A6EDF-AD46-BC23-38ED-EBEF5CB41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96FA5-7981-104F-B9DD-EF3C7CFCBFD1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A904C-51E7-C66A-B813-0F7A46475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34E53-1746-2839-F388-76702E4B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5E71E-C1E4-3E43-B3A6-AABDC6F0C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072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0D755-D4DF-0A94-4E67-F5A6991FC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17726-9B15-A16C-31AF-A1C0140FB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701E1-84EB-4F0D-41F9-A841EE3A9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96FA5-7981-104F-B9DD-EF3C7CFCBFD1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D823D-BE33-A6E2-A3B4-60C606178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9ADF2-84AA-73F8-F5EF-9A0B3399C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5E71E-C1E4-3E43-B3A6-AABDC6F0C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209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EE26A-2FB8-577F-1E95-FF5F5A97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D848B-C8AD-743D-A462-F992DD225B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0F974-61B2-5160-F6EC-9236DBD6CE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636F0-EB53-6EB6-79E8-B1EB59B05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96FA5-7981-104F-B9DD-EF3C7CFCBFD1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423D7-D0E7-39FD-5DF7-B457656F3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2F519-6C8A-BF68-CB47-B08E55F57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5E71E-C1E4-3E43-B3A6-AABDC6F0C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44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13ED7-88BE-CAC0-3997-3C0DA285F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BB45C-8901-F33B-46FD-B96B21883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735FE3-D8D9-9853-E12C-8320EA730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C6EA04-BADE-2B77-D926-4B1930A06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666AFF-E27B-6CEC-D4CA-92CBDB1118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FA980F-E859-F899-2A03-BE8092A42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96FA5-7981-104F-B9DD-EF3C7CFCBFD1}" type="datetimeFigureOut">
              <a:rPr lang="en-US" smtClean="0"/>
              <a:t>9/11/26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0857DA-4F93-9E10-68CF-B40C0D743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A090CF-64A5-D9BB-C3F5-2680DBD20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5E71E-C1E4-3E43-B3A6-AABDC6F0C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06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84BDC-6934-2BC0-D647-E8904522D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2E750F-09C5-961C-BE85-C00C80265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96FA5-7981-104F-B9DD-EF3C7CFCBFD1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B64BEE-4388-E465-1870-E23A1C77F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ED79D-8629-2096-6083-8E4EAE8BC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5E71E-C1E4-3E43-B3A6-AABDC6F0C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586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7F3C96-B6A7-A2E3-B6BD-6AB08841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96FA5-7981-104F-B9DD-EF3C7CFCBFD1}" type="datetimeFigureOut">
              <a:rPr lang="en-US" smtClean="0"/>
              <a:t>9/11/26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96CEE0-61A4-6C15-0F2F-77816B3E5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54D95-524D-30A0-C85C-4FEA04DEE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5E71E-C1E4-3E43-B3A6-AABDC6F0C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690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CF64D-EE02-794E-7EF8-B65FFC9FC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8A65B-1AAB-F0A0-C757-A3EF137D3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7036B2-E6BD-FEE8-0C29-938E6E199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E490B9-88E1-22A8-5CDD-66B11E3C9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96FA5-7981-104F-B9DD-EF3C7CFCBFD1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73CC3-B8CF-8A36-ED80-92AF1153F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C21A07-D549-910C-44A6-CBCE81816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5E71E-C1E4-3E43-B3A6-AABDC6F0C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121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97F93-F368-6969-63DD-4F783FD22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09BD74-7770-0EE0-525E-896A397C0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8DFB76-847D-3F79-8B70-D33898D40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EB811-35A4-79D4-7943-EA1436770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96FA5-7981-104F-B9DD-EF3C7CFCBFD1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C33A3-53A3-B406-ADC1-FE2670506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68F56-E6B3-7C82-8396-632C74F3C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5E71E-C1E4-3E43-B3A6-AABDC6F0C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512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0B566-DDC1-928E-B3A6-FCFAC62AC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D1351D-257B-96C1-84D1-5AB6D8792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3A2B5-2F27-FC9E-C0C2-69E5144B9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96FA5-7981-104F-B9DD-EF3C7CFCBFD1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0508D-C40C-D7DB-083B-D577BFA2C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0DB9E-B8A7-B247-1BD8-AF3EF6667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5E71E-C1E4-3E43-B3A6-AABDC6F0C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691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736757-6E83-0955-4E6F-74E343D8F9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5E9E85-F689-1094-8ACD-B691CB078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443BE-AA0E-9B22-5D7D-87261FC74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96FA5-7981-104F-B9DD-EF3C7CFCBFD1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77082-7D14-2863-2ADC-C0DD8EDB4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3E835-9E3E-C478-6EF1-C54E2E509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5E71E-C1E4-3E43-B3A6-AABDC6F0C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0819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FA0D5B-EE65-1FFB-9E86-43B6E0922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1671C-CBF6-6376-923F-186AD5F5D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A1B4A-AE71-86FF-2432-C934A1DC4A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F96FA5-7981-104F-B9DD-EF3C7CFCBFD1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6BD90-68D8-E506-DE5B-A7377A245D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80881-9D9F-2FC6-2705-E47B745644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5E71E-C1E4-3E43-B3A6-AABDC6F0C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210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TEMPLATE ASSETS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BEE35FD-369A-0114-501F-926BC767C77D}"/>
              </a:ext>
            </a:extLst>
          </p:cNvPr>
          <p:cNvGrpSpPr/>
          <p:nvPr/>
        </p:nvGrpSpPr>
        <p:grpSpPr>
          <a:xfrm>
            <a:off x="11092619" y="1019818"/>
            <a:ext cx="946981" cy="936023"/>
            <a:chOff x="74907" y="5721273"/>
            <a:chExt cx="1047345" cy="1035225"/>
          </a:xfrm>
        </p:grpSpPr>
        <p:sp>
          <p:nvSpPr>
            <p:cNvPr id="6" name="Left-Up Arrow 5">
              <a:extLst>
                <a:ext uri="{FF2B5EF4-FFF2-40B4-BE49-F238E27FC236}">
                  <a16:creationId xmlns:a16="http://schemas.microsoft.com/office/drawing/2014/main" id="{078CC0E2-D0C0-20A1-ACB4-A54831D5C0E8}"/>
                </a:ext>
              </a:extLst>
            </p:cNvPr>
            <p:cNvSpPr/>
            <p:nvPr/>
          </p:nvSpPr>
          <p:spPr>
            <a:xfrm rot="5400000">
              <a:off x="245076" y="6090604"/>
              <a:ext cx="593124" cy="593124"/>
            </a:xfrm>
            <a:prstGeom prst="leftUpArrow">
              <a:avLst>
                <a:gd name="adj1" fmla="val 4166"/>
                <a:gd name="adj2" fmla="val 10417"/>
                <a:gd name="adj3" fmla="val 10417"/>
              </a:avLst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4455132-B54F-6A7E-84C6-2AF83DF10A13}"/>
                </a:ext>
              </a:extLst>
            </p:cNvPr>
            <p:cNvSpPr txBox="1"/>
            <p:nvPr/>
          </p:nvSpPr>
          <p:spPr>
            <a:xfrm>
              <a:off x="838200" y="6387166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4"/>
                  </a:solidFill>
                </a:rPr>
                <a:t>x</a:t>
              </a:r>
              <a:endParaRPr lang="en-US" dirty="0">
                <a:solidFill>
                  <a:schemeClr val="accent4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856FE5B-EE6E-4204-B94D-0040F8B6F49B}"/>
                </a:ext>
              </a:extLst>
            </p:cNvPr>
            <p:cNvSpPr txBox="1"/>
            <p:nvPr/>
          </p:nvSpPr>
          <p:spPr>
            <a:xfrm>
              <a:off x="74907" y="5721273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4"/>
                  </a:solidFill>
                </a:rPr>
                <a:t>y</a:t>
              </a:r>
              <a:endParaRPr lang="en-US" dirty="0">
                <a:solidFill>
                  <a:schemeClr val="accent4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6FC9D992-A074-AF4A-8B3E-FE79CB3FEA2E}" vid="{CBC0C5D6-171E-7645-9413-41B0EFD00F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1414</TotalTime>
  <Words>3500</Words>
  <Application>Microsoft Macintosh PowerPoint</Application>
  <PresentationFormat>Widescreen</PresentationFormat>
  <Paragraphs>607</Paragraphs>
  <Slides>187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187</vt:i4>
      </vt:variant>
    </vt:vector>
  </HeadingPairs>
  <TitlesOfParts>
    <vt:vector size="192" baseType="lpstr">
      <vt:lpstr>Aptos</vt:lpstr>
      <vt:lpstr>Arial</vt:lpstr>
      <vt:lpstr>Calibri</vt:lpstr>
      <vt:lpstr>Calibri Light</vt:lpstr>
      <vt:lpstr>Theme1</vt:lpstr>
      <vt:lpstr>MPRAGE Subtle SR</vt:lpstr>
      <vt:lpstr>Evaluation (based on all four data)</vt:lpstr>
      <vt:lpstr>NRMSE</vt:lpstr>
      <vt:lpstr>SSIM</vt:lpstr>
      <vt:lpstr>PSNR</vt:lpstr>
      <vt:lpstr>FMP 199 MPRAGE preGad</vt:lpstr>
      <vt:lpstr>Wave R3x1 – wavelet</vt:lpstr>
      <vt:lpstr>Wave Fake R3x2 – 1mm iso, no reg, no SR</vt:lpstr>
      <vt:lpstr>Wave Fake R3x2 – 1mm iso, no reg, SHD</vt:lpstr>
      <vt:lpstr>Wave Fake R3x2 – 1mm iso, no reg, retrained U-Net</vt:lpstr>
      <vt:lpstr>Wave Fake R3x2 – 1mm iso, wavelet, no SR</vt:lpstr>
      <vt:lpstr>Wave Fake R3x2 – 1mm iso, wavelet, SHD</vt:lpstr>
      <vt:lpstr>Wave Fake R3x2 – 1mm iso, wavelet, retrained U-Net</vt:lpstr>
      <vt:lpstr>Wave Fake R3x2 – LR x 1.5mm, no reg, no SR</vt:lpstr>
      <vt:lpstr>Wave Fake R3x2 – LR x 1.5mm, no reg, SHD</vt:lpstr>
      <vt:lpstr>Wave Fake R3x2 – LR x 1.5mm, no reg, retrained U-Net</vt:lpstr>
      <vt:lpstr>Wave Fake R3x2 – LR x 1.5mm, wavelet, no SR</vt:lpstr>
      <vt:lpstr>Wave Fake R3x2 – LR x 1.5mm, wavelet, SHD</vt:lpstr>
      <vt:lpstr>Wave Fake R3x2 – LR x 1.5mm, wavelet, retrained U-Net</vt:lpstr>
      <vt:lpstr>Wave Fake R3x2 – LR y 1.5mm, no reg, no SR</vt:lpstr>
      <vt:lpstr>Wave Fake R3x2 – LR y 1.5mm, no reg, SHD</vt:lpstr>
      <vt:lpstr>Wave Fake R3x2 – LR y 1.5mm, no reg, retrained U-Net</vt:lpstr>
      <vt:lpstr>Wave Fake R3x2 – LR y 1.5mm, wavelet, no SR</vt:lpstr>
      <vt:lpstr>Wave Fake R3x2 – LR y 1.5mm, wavelet, SHD</vt:lpstr>
      <vt:lpstr>Wave Fake R3x2 – LR y 1.5mm, wavelet, retrained U-Net</vt:lpstr>
      <vt:lpstr>Wave Fake R3x2 – LR xy 1.25mm, no reg, no SR</vt:lpstr>
      <vt:lpstr>Wave Fake R3x2 – LR xy 1.25mm, no reg, SHD</vt:lpstr>
      <vt:lpstr>Wave Fake R3x2 – LR xy 1.25mm, no reg, retrained U-Net</vt:lpstr>
      <vt:lpstr>Wave Fake R3x2 – LR xy 1.25mm, wavelet, no SR</vt:lpstr>
      <vt:lpstr>Wave Fake R3x2 – LR xy 1.25mm, wavelet, SHD</vt:lpstr>
      <vt:lpstr>Wave Fake R3x2 – LR xy 1.25mm, wavelet, retrained U-Net</vt:lpstr>
      <vt:lpstr>FMP 199 MPRAGE postGad</vt:lpstr>
      <vt:lpstr>Wave R3x1 – wavelet</vt:lpstr>
      <vt:lpstr>Wave Fake R3x2 – 1mm iso, no reg, no SR</vt:lpstr>
      <vt:lpstr>Wave Fake R3x2 – 1mm iso, no reg, SHD</vt:lpstr>
      <vt:lpstr>Wave Fake R3x2 – 1mm iso, no reg, retrained U-Net</vt:lpstr>
      <vt:lpstr>Wave Fake R3x2 – 1mm iso, wavelet, no SR</vt:lpstr>
      <vt:lpstr>Wave Fake R3x2 – 1mm iso, wavelet, SHD</vt:lpstr>
      <vt:lpstr>Wave Fake R3x2 – 1mm iso, wavelet, retrained U-Net</vt:lpstr>
      <vt:lpstr>Wave Fake R3x2 – LR x 1.5mm, no reg, no SR</vt:lpstr>
      <vt:lpstr>Wave Fake R3x2 – LR x 1.5mm, no reg, SHD</vt:lpstr>
      <vt:lpstr>Wave Fake R3x2 – LR x 1.5mm, no reg, retrained U-Net</vt:lpstr>
      <vt:lpstr>Wave Fake R3x2 – LR x 1.5mm, wavelet, no SR</vt:lpstr>
      <vt:lpstr>Wave Fake R3x2 – LR x 1.5mm, wavelet, SHD</vt:lpstr>
      <vt:lpstr>Wave Fake R3x2 – LR x 1.5mm, wavelet, retrained U-Net</vt:lpstr>
      <vt:lpstr>Wave Fake R3x2 – LR y 1.5mm, no reg, no SR</vt:lpstr>
      <vt:lpstr>Wave Fake R3x2 – LR y 1.5mm, no reg, SHD</vt:lpstr>
      <vt:lpstr>Wave Fake R3x2 – LR y 1.5mm, no reg, retrained U-Net</vt:lpstr>
      <vt:lpstr>Wave Fake R3x2 – LR y 1.5mm, wavelet, no SR</vt:lpstr>
      <vt:lpstr>Wave Fake R3x2 – LR y 1.5mm, wavelet, SHD</vt:lpstr>
      <vt:lpstr>Wave Fake R3x2 – LR y 1.5mm, wavelet, retrained U-Net</vt:lpstr>
      <vt:lpstr>Wave Fake R3x2 – LR xy 1.25mm, no reg, no SR</vt:lpstr>
      <vt:lpstr>Wave Fake R3x2 – LR xy 1.25mm, no reg, SHD</vt:lpstr>
      <vt:lpstr>Wave Fake R3x2 – LR xy 1.25mm, no reg, retrained U-Net</vt:lpstr>
      <vt:lpstr>Wave Fake R3x2 – LR xy 1.25mm, wavelet, no SR</vt:lpstr>
      <vt:lpstr>Wave Fake R3x2 – LR xy 1.25mm, wavelet, SHD</vt:lpstr>
      <vt:lpstr>Wave Fake R3x2 – LR xy 1.25mm, wavelet, retrained U-Net</vt:lpstr>
      <vt:lpstr>FMP 200 MPRAGE preGad</vt:lpstr>
      <vt:lpstr>Wave R3x1 – wavelet</vt:lpstr>
      <vt:lpstr>Wave Fake R3x2 – 1mm iso, no reg, no SR</vt:lpstr>
      <vt:lpstr>Wave Fake R3x2 – 1mm iso, no reg, SHD</vt:lpstr>
      <vt:lpstr>Wave Fake R3x2 – 1mm iso, no reg, retrained U-Net</vt:lpstr>
      <vt:lpstr>Wave Fake R3x2 – 1mm iso, wavelet, no SR</vt:lpstr>
      <vt:lpstr>Wave Fake R3x2 – 1mm iso, wavelet, SHD</vt:lpstr>
      <vt:lpstr>Wave Fake R3x2 – 1mm iso, wavelet, retrained U-Net</vt:lpstr>
      <vt:lpstr>Wave Fake R3x2 – LR x 1.5mm, no reg, no SR</vt:lpstr>
      <vt:lpstr>Wave Fake R3x2 – LR x 1.5mm, no reg, SHD</vt:lpstr>
      <vt:lpstr>Wave Fake R3x2 – LR x 1.5mm, no reg, retrained U-Net</vt:lpstr>
      <vt:lpstr>Wave Fake R3x2 – LR x 1.5mm, wavelet, no SR</vt:lpstr>
      <vt:lpstr>Wave Fake R3x2 – LR x 1.5mm, wavelet, SHD</vt:lpstr>
      <vt:lpstr>Wave Fake R3x2 – LR x 1.5mm, wavelet, retrained U-Net</vt:lpstr>
      <vt:lpstr>Wave Fake R3x2 – LR y 1.5mm, no reg, no SR</vt:lpstr>
      <vt:lpstr>Wave Fake R3x2 – LR y 1.5mm, no reg, SHD</vt:lpstr>
      <vt:lpstr>Wave Fake R3x2 – LR y 1.5mm, no reg, retrained U-Net</vt:lpstr>
      <vt:lpstr>Wave Fake R3x2 – LR y 1.5mm, wavelet, no SR</vt:lpstr>
      <vt:lpstr>Wave Fake R3x2 – LR y 1.5mm, wavelet, SHD</vt:lpstr>
      <vt:lpstr>Wave Fake R3x2 – LR y 1.5mm, wavelet, retrained U-Net</vt:lpstr>
      <vt:lpstr>Wave Fake R3x2 – LR xy 1.25mm, no reg, no SR</vt:lpstr>
      <vt:lpstr>Wave Fake R3x2 – LR xy 1.25mm, no reg, SHD</vt:lpstr>
      <vt:lpstr>Wave Fake R3x2 – LR xy 1.25mm, no reg, retrained U-Net</vt:lpstr>
      <vt:lpstr>Wave Fake R3x2 – LR xy 1.25mm, wavelet, no SR</vt:lpstr>
      <vt:lpstr>Wave Fake R3x2 – LR xy 1.25mm, wavelet, SHD</vt:lpstr>
      <vt:lpstr>Wave Fake R3x2 – LR xy 1.25mm, wavelet, retrained U-Net</vt:lpstr>
      <vt:lpstr>FMP 200 MPRAGE postGad</vt:lpstr>
      <vt:lpstr>Wave R3x1 – wavelet</vt:lpstr>
      <vt:lpstr>Wave Fake R3x2 – 1mm iso, no reg, no SR</vt:lpstr>
      <vt:lpstr>Wave Fake R3x2 – 1mm iso, no reg, SHD</vt:lpstr>
      <vt:lpstr>Wave Fake R3x2 – 1mm iso, no reg, retrained U-Net</vt:lpstr>
      <vt:lpstr>Wave Fake R3x2 – 1mm iso, wavelet, no SR</vt:lpstr>
      <vt:lpstr>Wave Fake R3x2 – 1mm iso, wavelet, SHD</vt:lpstr>
      <vt:lpstr>Wave Fake R3x2 – 1mm iso, wavelet, retrained U-Net</vt:lpstr>
      <vt:lpstr>Wave Fake R3x2 – LR x 1.5mm, no reg, no SR</vt:lpstr>
      <vt:lpstr>Wave Fake R3x2 – LR x 1.5mm, no reg, SHD</vt:lpstr>
      <vt:lpstr>Wave Fake R3x2 – LR x 1.5mm, no reg, retrained U-Net</vt:lpstr>
      <vt:lpstr>Wave Fake R3x2 – LR x 1.5mm, wavelet, no SR</vt:lpstr>
      <vt:lpstr>Wave Fake R3x2 – LR x 1.5mm, wavelet, SHD</vt:lpstr>
      <vt:lpstr>Wave Fake R3x2 – LR x 1.5mm, wavelet, retrained U-Net</vt:lpstr>
      <vt:lpstr>Wave Fake R3x2 – LR y 1.5mm, no reg, no SR</vt:lpstr>
      <vt:lpstr>Wave Fake R3x2 – LR y 1.5mm, no reg, SHD</vt:lpstr>
      <vt:lpstr>Wave Fake R3x2 – LR y 1.5mm, no reg, retrained U-Net</vt:lpstr>
      <vt:lpstr>Wave Fake R3x2 – LR y 1.5mm, wavelet, no SR</vt:lpstr>
      <vt:lpstr>Wave Fake R3x2 – LR y 1.5mm, wavelet, SHD</vt:lpstr>
      <vt:lpstr>Wave Fake R3x2 – LR y 1.5mm, wavelet, retrained U-Net</vt:lpstr>
      <vt:lpstr>Wave Fake R3x2 – LR xy 1.25mm, no reg, no SR</vt:lpstr>
      <vt:lpstr>Wave Fake R3x2 – LR xy 1.25mm, no reg, SHD</vt:lpstr>
      <vt:lpstr>Wave Fake R3x2 – LR xy 1.25mm, no reg, retrained U-Net</vt:lpstr>
      <vt:lpstr>Wave Fake R3x2 – LR xy 1.25mm, wavelet, no SR</vt:lpstr>
      <vt:lpstr>Wave Fake R3x2 – LR xy 1.25mm, wavelet, SHD</vt:lpstr>
      <vt:lpstr>Wave Fake R3x2 – LR xy 1.25mm, wavelet, retrained U-Net</vt:lpstr>
      <vt:lpstr>FMP 201 MPRAGE preGad</vt:lpstr>
      <vt:lpstr>Wave R3x1 – wavelet</vt:lpstr>
      <vt:lpstr>Wave Fake R3x2 – 1mm iso, no reg, no SR</vt:lpstr>
      <vt:lpstr>Wave Fake R3x2 – 1mm iso, no reg, SHD</vt:lpstr>
      <vt:lpstr>Wave Fake R3x2 – 1mm iso, no reg, retrained U-Net</vt:lpstr>
      <vt:lpstr>Wave Fake R3x2 – 1mm iso, wavelet, no SR</vt:lpstr>
      <vt:lpstr>Wave Fake R3x2 – 1mm iso, wavelet, SHD</vt:lpstr>
      <vt:lpstr>Wave Fake R3x2 – 1mm iso, wavelet, retrained U-Net</vt:lpstr>
      <vt:lpstr>Wave Fake R3x2 – LR x 1.5mm, no reg, no SR</vt:lpstr>
      <vt:lpstr>Wave Fake R3x2 – LR x 1.5mm, no reg, SHD</vt:lpstr>
      <vt:lpstr>Wave Fake R3x2 – LR x 1.5mm, no reg, retrained U-Net</vt:lpstr>
      <vt:lpstr>Wave Fake R3x2 – LR x 1.5mm, wavelet, no SR</vt:lpstr>
      <vt:lpstr>Wave Fake R3x2 – LR x 1.5mm, wavelet, SHD</vt:lpstr>
      <vt:lpstr>Wave Fake R3x2 – LR x 1.5mm, wavelet, retrained U-Net</vt:lpstr>
      <vt:lpstr>Wave Fake R3x2 – LR y 1.5mm, no reg, no SR</vt:lpstr>
      <vt:lpstr>Wave Fake R3x2 – LR y 1.5mm, no reg, SHD</vt:lpstr>
      <vt:lpstr>Wave Fake R3x2 – LR y 1.5mm, no reg, retrained U-Net</vt:lpstr>
      <vt:lpstr>Wave Fake R3x2 – LR y 1.5mm, wavelet, no SR</vt:lpstr>
      <vt:lpstr>Wave Fake R3x2 – LR y 1.5mm, wavelet, SHD</vt:lpstr>
      <vt:lpstr>Wave Fake R3x2 – LR y 1.5mm, wavelet, retrained U-Net</vt:lpstr>
      <vt:lpstr>Wave Fake R3x2 – LR xy 1.25mm, no reg, no SR</vt:lpstr>
      <vt:lpstr>Wave Fake R3x2 – LR xy 1.25mm, no reg, SHD</vt:lpstr>
      <vt:lpstr>Wave Fake R3x2 – LR xy 1.25mm, no reg, retrained U-Net</vt:lpstr>
      <vt:lpstr>Wave Fake R3x2 – LR xy 1.25mm, wavelet, no SR</vt:lpstr>
      <vt:lpstr>Wave Fake R3x2 – LR xy 1.25mm, wavelet, SHD</vt:lpstr>
      <vt:lpstr>Wave Fake R3x2 – LR xy 1.25mm, wavelet, retrained U-Net</vt:lpstr>
      <vt:lpstr>FMP 213 MPRAGE preGad</vt:lpstr>
      <vt:lpstr>Wave R3x1 – wavelet</vt:lpstr>
      <vt:lpstr>Wave Fake R3x2 – 1mm iso, no reg, no SR</vt:lpstr>
      <vt:lpstr>Wave Fake R3x2 – 1mm iso, no reg, SHD</vt:lpstr>
      <vt:lpstr>Wave Fake R3x2 – 1mm iso, no reg, retrained U-Net</vt:lpstr>
      <vt:lpstr>Wave Fake R3x2 – 1mm iso, wavelet, no SR</vt:lpstr>
      <vt:lpstr>Wave Fake R3x2 – 1mm iso, wavelet, SHD</vt:lpstr>
      <vt:lpstr>Wave Fake R3x2 – 1mm iso, wavelet, retrained U-Net</vt:lpstr>
      <vt:lpstr>Wave Fake R3x2 – LR x 1.5mm, no reg, no SR</vt:lpstr>
      <vt:lpstr>Wave Fake R3x2 – LR x 1.5mm, no reg, SHD</vt:lpstr>
      <vt:lpstr>Wave Fake R3x2 – LR x 1.5mm, no reg, retrained U-Net</vt:lpstr>
      <vt:lpstr>Wave Fake R3x2 – LR x 1.5mm, wavelet, no SR</vt:lpstr>
      <vt:lpstr>Wave Fake R3x2 – LR x 1.5mm, wavelet, SHD</vt:lpstr>
      <vt:lpstr>Wave Fake R3x2 – LR x 1.5mm, wavelet, retrained U-Net</vt:lpstr>
      <vt:lpstr>Wave Fake R3x2 – LR y 1.5mm, no reg, no SR</vt:lpstr>
      <vt:lpstr>Wave Fake R3x2 – LR y 1.5mm, no reg, SHD</vt:lpstr>
      <vt:lpstr>Wave Fake R3x2 – LR y 1.5mm, no reg, retrained U-Net</vt:lpstr>
      <vt:lpstr>Wave Fake R3x2 – LR y 1.5mm, wavelet, no SR</vt:lpstr>
      <vt:lpstr>Wave Fake R3x2 – LR y 1.5mm, wavelet, SHD</vt:lpstr>
      <vt:lpstr>Wave Fake R3x2 – LR y 1.5mm, wavelet, retrained U-Net</vt:lpstr>
      <vt:lpstr>Wave Fake R3x2 – LR xy 1.25mm, no reg, no SR</vt:lpstr>
      <vt:lpstr>Wave Fake R3x2 – LR xy 1.25mm, no reg, SHD</vt:lpstr>
      <vt:lpstr>Wave Fake R3x2 – LR xy 1.25mm, no reg, retrained U-Net</vt:lpstr>
      <vt:lpstr>Wave Fake R3x2 – LR xy 1.25mm, wavelet, no SR</vt:lpstr>
      <vt:lpstr>Wave Fake R3x2 – LR xy 1.25mm, wavelet, SHD</vt:lpstr>
      <vt:lpstr>Wave Fake R3x2 – LR xy 1.25mm, wavelet, retrained U-Net</vt:lpstr>
      <vt:lpstr>FMP 213 MPRAGE postGad</vt:lpstr>
      <vt:lpstr>Wave R3x1 – wavelet</vt:lpstr>
      <vt:lpstr>Wave Fake R3x2 – 1mm iso, no reg, no SR</vt:lpstr>
      <vt:lpstr>Wave Fake R3x2 – 1mm iso, no reg, SHD</vt:lpstr>
      <vt:lpstr>Wave Fake R3x2 – 1mm iso, no reg, retrained U-Net</vt:lpstr>
      <vt:lpstr>Wave Fake R3x2 – 1mm iso, wavelet, no SR</vt:lpstr>
      <vt:lpstr>Wave Fake R3x2 – 1mm iso, wavelet, SHD</vt:lpstr>
      <vt:lpstr>Wave Fake R3x2 – 1mm iso, wavelet, retrained U-Net</vt:lpstr>
      <vt:lpstr>Wave Fake R3x2 – LR x 1.5mm, no reg, no SR</vt:lpstr>
      <vt:lpstr>Wave Fake R3x2 – LR x 1.5mm, no reg, SHD</vt:lpstr>
      <vt:lpstr>Wave Fake R3x2 – LR x 1.5mm, no reg, retrained U-Net</vt:lpstr>
      <vt:lpstr>Wave Fake R3x2 – LR x 1.5mm, wavelet, no SR</vt:lpstr>
      <vt:lpstr>Wave Fake R3x2 – LR x 1.5mm, wavelet, SHD</vt:lpstr>
      <vt:lpstr>Wave Fake R3x2 – LR x 1.5mm, wavelet, retrained U-Net</vt:lpstr>
      <vt:lpstr>Wave Fake R3x2 – LR y 1.5mm, no reg, no SR</vt:lpstr>
      <vt:lpstr>Wave Fake R3x2 – LR y 1.5mm, no reg, SHD</vt:lpstr>
      <vt:lpstr>Wave Fake R3x2 – LR y 1.5mm, no reg, retrained U-Net</vt:lpstr>
      <vt:lpstr>Wave Fake R3x2 – LR y 1.5mm, wavelet, no SR</vt:lpstr>
      <vt:lpstr>Wave Fake R3x2 – LR y 1.5mm, wavelet, SHD</vt:lpstr>
      <vt:lpstr>Wave Fake R3x2 – LR y 1.5mm, wavelet, retrained U-Net</vt:lpstr>
      <vt:lpstr>Wave Fake R3x2 – LR xy 1.25mm, no reg, no SR</vt:lpstr>
      <vt:lpstr>Wave Fake R3x2 – LR xy 1.25mm, no reg, SHD</vt:lpstr>
      <vt:lpstr>Wave Fake R3x2 – LR xy 1.25mm, no reg, retrained U-Net</vt:lpstr>
      <vt:lpstr>Wave Fake R3x2 – LR xy 1.25mm, wavelet, no SR</vt:lpstr>
      <vt:lpstr>Wave Fake R3x2 – LR xy 1.25mm, wavelet, SHD</vt:lpstr>
      <vt:lpstr>Wave Fake R3x2 – LR xy 1.25mm, wavelet, retrained U-Net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Dong, Yiyun</dc:creator>
  <cp:lastModifiedBy>Dong, Yiyun</cp:lastModifiedBy>
  <cp:revision>87</cp:revision>
  <dcterms:created xsi:type="dcterms:W3CDTF">2026-08-21T17:30:45Z</dcterms:created>
  <dcterms:modified xsi:type="dcterms:W3CDTF">2026-09-11T23:58:15Z</dcterms:modified>
</cp:coreProperties>
</file>